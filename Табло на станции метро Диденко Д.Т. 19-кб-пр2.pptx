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5400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707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484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018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57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49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16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98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4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09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37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258A5A4-86C6-4C07-BDC8-C7E4E3B46ECF}" type="datetimeFigureOut">
              <a:rPr lang="ru-RU" smtClean="0"/>
              <a:t>29.03.2021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9590BFB-B2A1-4EE9-8DEE-376163B2F9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01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74827" y="537726"/>
            <a:ext cx="9418320" cy="3060880"/>
          </a:xfrm>
        </p:spPr>
        <p:txBody>
          <a:bodyPr/>
          <a:lstStyle/>
          <a:p>
            <a:pPr algn="ctr"/>
            <a:r>
              <a:rPr lang="ru-RU" dirty="0"/>
              <a:t>Курсовой проект на тему</a:t>
            </a:r>
            <a:r>
              <a:rPr lang="en-US" dirty="0"/>
              <a:t>: </a:t>
            </a:r>
            <a:r>
              <a:rPr lang="en-US" dirty="0" smtClean="0"/>
              <a:t>“</a:t>
            </a:r>
            <a:r>
              <a:rPr lang="ru-RU" dirty="0" smtClean="0"/>
              <a:t>Табло на станции метро</a:t>
            </a:r>
            <a:r>
              <a:rPr lang="en-US" dirty="0" smtClean="0"/>
              <a:t>”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 smtClean="0"/>
              <a:t>Диденко Данил 19-КБ-ПР2</a:t>
            </a:r>
            <a:endParaRPr lang="ru-RU" dirty="0"/>
          </a:p>
          <a:p>
            <a:r>
              <a:rPr lang="ru-RU" dirty="0"/>
              <a:t>Руководитель</a:t>
            </a:r>
            <a:r>
              <a:rPr lang="en-US" dirty="0"/>
              <a:t>: </a:t>
            </a:r>
            <a:r>
              <a:rPr lang="ru-RU" dirty="0"/>
              <a:t>Попова Ольга Борисовна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4705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0"/>
            <a:ext cx="9692640" cy="1325562"/>
          </a:xfrm>
        </p:spPr>
        <p:txBody>
          <a:bodyPr/>
          <a:lstStyle/>
          <a:p>
            <a:r>
              <a:rPr lang="ru-RU" dirty="0" smtClean="0"/>
              <a:t>Постановка </a:t>
            </a:r>
            <a:r>
              <a:rPr lang="ru-RU" dirty="0"/>
              <a:t>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592826"/>
            <a:ext cx="8595360" cy="4351337"/>
          </a:xfrm>
        </p:spPr>
        <p:txBody>
          <a:bodyPr>
            <a:normAutofit fontScale="92500" lnSpcReduction="20000"/>
          </a:bodyPr>
          <a:lstStyle/>
          <a:p>
            <a:r>
              <a:rPr lang="ru-RU" sz="2400" dirty="0" smtClean="0"/>
              <a:t>Цели</a:t>
            </a:r>
            <a:r>
              <a:rPr lang="en-US" sz="2400" dirty="0" smtClean="0"/>
              <a:t>: </a:t>
            </a:r>
          </a:p>
          <a:p>
            <a:r>
              <a:rPr lang="ru-RU" sz="2400" dirty="0" smtClean="0"/>
              <a:t>1. </a:t>
            </a:r>
            <a:r>
              <a:rPr lang="ru-RU" sz="2400" dirty="0" err="1" smtClean="0"/>
              <a:t>Закрпеление</a:t>
            </a:r>
            <a:r>
              <a:rPr lang="ru-RU" sz="2400" dirty="0" smtClean="0"/>
              <a:t> основ и углубление знаний в области разработки, анализа и управления программными проектами</a:t>
            </a:r>
          </a:p>
          <a:p>
            <a:r>
              <a:rPr lang="ru-RU" sz="2400" dirty="0" smtClean="0"/>
              <a:t>2. Получение дополнительных практических навыков и </a:t>
            </a:r>
            <a:r>
              <a:rPr lang="ru-RU" sz="2400" dirty="0" err="1" smtClean="0"/>
              <a:t>изучениеприемов</a:t>
            </a:r>
            <a:r>
              <a:rPr lang="ru-RU" sz="2400" dirty="0" smtClean="0"/>
              <a:t> разработки проектов, программных продуктов с использованием языка </a:t>
            </a:r>
            <a:r>
              <a:rPr lang="en-US" sz="2400" dirty="0" smtClean="0"/>
              <a:t>C#</a:t>
            </a:r>
            <a:r>
              <a:rPr lang="ru-RU" sz="2400" dirty="0" smtClean="0"/>
              <a:t>, а также диаграмм </a:t>
            </a:r>
            <a:r>
              <a:rPr lang="en-US" sz="2400" dirty="0" smtClean="0"/>
              <a:t>IDEF0,IDEF1X,UML</a:t>
            </a:r>
          </a:p>
          <a:p>
            <a:r>
              <a:rPr lang="ru-RU" sz="2400" dirty="0" smtClean="0"/>
              <a:t>Задачи</a:t>
            </a:r>
            <a:r>
              <a:rPr lang="en-US" sz="2400" dirty="0" smtClean="0"/>
              <a:t>: </a:t>
            </a:r>
          </a:p>
          <a:p>
            <a:r>
              <a:rPr lang="en-US" sz="2400" dirty="0" smtClean="0"/>
              <a:t>1. </a:t>
            </a:r>
            <a:r>
              <a:rPr lang="ru-RU" sz="2400" dirty="0" smtClean="0"/>
              <a:t>Изучить </a:t>
            </a:r>
            <a:r>
              <a:rPr lang="ru-RU" sz="2400" dirty="0"/>
              <a:t>необходимую литературу в области разработки диаграмм и технологий разработки </a:t>
            </a:r>
            <a:r>
              <a:rPr lang="ru-RU" sz="2400" dirty="0" smtClean="0"/>
              <a:t>ПО</a:t>
            </a:r>
            <a:endParaRPr lang="en-US" sz="2400" dirty="0" smtClean="0"/>
          </a:p>
          <a:p>
            <a:r>
              <a:rPr lang="ru-RU" sz="2400" dirty="0"/>
              <a:t>Сформулировать основные понятия и тезисы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700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87811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Диаграмма </a:t>
            </a:r>
            <a:r>
              <a:rPr lang="ru-RU" dirty="0" err="1" smtClean="0"/>
              <a:t>Ганта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Диаграмма, показывающая </a:t>
            </a:r>
            <a:r>
              <a:rPr lang="ru-RU" dirty="0">
                <a:solidFill>
                  <a:schemeClr val="tx1"/>
                </a:solidFill>
              </a:rPr>
              <a:t>план и график работы по проекту </a:t>
            </a:r>
            <a:r>
              <a:rPr lang="en-US" dirty="0" smtClean="0">
                <a:solidFill>
                  <a:schemeClr val="tx1"/>
                </a:solidFill>
              </a:rPr>
              <a:t>“</a:t>
            </a:r>
            <a:r>
              <a:rPr lang="ru-RU" dirty="0" smtClean="0">
                <a:solidFill>
                  <a:schemeClr val="tx1"/>
                </a:solidFill>
              </a:rPr>
              <a:t>Табло на станции метро</a:t>
            </a:r>
            <a:r>
              <a:rPr lang="en-US" dirty="0" smtClean="0">
                <a:solidFill>
                  <a:schemeClr val="tx1"/>
                </a:solidFill>
              </a:rPr>
              <a:t>”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1915549"/>
            <a:ext cx="8594725" cy="2290763"/>
          </a:xfrm>
        </p:spPr>
      </p:pic>
    </p:spTree>
    <p:extLst>
      <p:ext uri="{BB962C8B-B14F-4D97-AF65-F5344CB8AC3E}">
        <p14:creationId xmlns:p14="http://schemas.microsoft.com/office/powerpoint/2010/main" val="22589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96104" y="891688"/>
            <a:ext cx="4711225" cy="878118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</a:t>
            </a:r>
            <a:r>
              <a:rPr lang="en-US" dirty="0" smtClean="0"/>
              <a:t>IDEF</a:t>
            </a:r>
            <a:r>
              <a:rPr lang="ru-RU" dirty="0" smtClean="0"/>
              <a:t>0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4181" y="758953"/>
            <a:ext cx="3849330" cy="5733287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Данный уровень содержит блок процесса и стрелки входящие в него, в отличие от остальных уровней здесь может быть только один блок A0. Стрелки поступающие слева, являются входными данными, а справа выходными. Стрелки сверху, компоненты контролирующие процесс и управляющие им. Стрелки снизу, являются механизмом работы, с помощью которого и осуществлялась работа.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663" y="1640021"/>
            <a:ext cx="6418099" cy="485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2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63871" y="139519"/>
            <a:ext cx="9418320" cy="1069848"/>
          </a:xfrm>
        </p:spPr>
        <p:txBody>
          <a:bodyPr/>
          <a:lstStyle/>
          <a:p>
            <a:r>
              <a:rPr lang="ru-RU" dirty="0"/>
              <a:t>Модель </a:t>
            </a:r>
            <a:r>
              <a:rPr lang="en-US" dirty="0"/>
              <a:t>IDEF</a:t>
            </a:r>
            <a:r>
              <a:rPr lang="ru-RU" dirty="0"/>
              <a:t>0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871" y="1312606"/>
            <a:ext cx="7297168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20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05769" y="257506"/>
            <a:ext cx="8103354" cy="104035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Диаграмма </a:t>
            </a:r>
            <a:r>
              <a:rPr lang="en-US" dirty="0" smtClean="0"/>
              <a:t>IDEF</a:t>
            </a:r>
            <a:r>
              <a:rPr lang="ru-RU" dirty="0" smtClean="0"/>
              <a:t>3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769" y="1671917"/>
            <a:ext cx="7268589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4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96585" y="272255"/>
            <a:ext cx="9418320" cy="1940003"/>
          </a:xfrm>
        </p:spPr>
        <p:txBody>
          <a:bodyPr>
            <a:normAutofit fontScale="90000"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взаимодействия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61872" y="1415845"/>
            <a:ext cx="2934713" cy="5076396"/>
          </a:xfrm>
        </p:spPr>
        <p:txBody>
          <a:bodyPr>
            <a:normAutofit fontScale="92500" lnSpcReduction="20000"/>
          </a:bodyPr>
          <a:lstStyle/>
          <a:p>
            <a:r>
              <a:rPr lang="ru-RU" sz="2600" dirty="0">
                <a:solidFill>
                  <a:schemeClr val="tx1"/>
                </a:solidFill>
              </a:rPr>
              <a:t>UML – язык графического описания для объектного моделирования в области разработки программного обеспечения, для моделирования бизнес-процессов, и отображения структур</a:t>
            </a:r>
            <a:r>
              <a:rPr lang="ru-RU" sz="2600" dirty="0" smtClean="0">
                <a:solidFill>
                  <a:schemeClr val="tx1"/>
                </a:solidFill>
              </a:rPr>
              <a:t>.</a:t>
            </a:r>
            <a:r>
              <a:rPr lang="ru-RU" sz="2600" dirty="0">
                <a:solidFill>
                  <a:schemeClr val="tx1"/>
                </a:solidFill>
              </a:rPr>
              <a:t> Данная </a:t>
            </a:r>
            <a:r>
              <a:rPr lang="en-US" sz="2600" dirty="0">
                <a:solidFill>
                  <a:schemeClr val="tx1"/>
                </a:solidFill>
              </a:rPr>
              <a:t>UML </a:t>
            </a:r>
            <a:r>
              <a:rPr lang="ru-RU" sz="2600" dirty="0">
                <a:solidFill>
                  <a:schemeClr val="tx1"/>
                </a:solidFill>
              </a:rPr>
              <a:t>диаграмма описывает взаимодействие пользователя с ПО.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585" y="2212258"/>
            <a:ext cx="7059010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0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309716"/>
            <a:ext cx="9418320" cy="1047136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UML </a:t>
            </a:r>
            <a:r>
              <a:rPr lang="ru-RU" sz="4400" dirty="0" smtClean="0"/>
              <a:t>диаграмма последовательности</a:t>
            </a:r>
            <a:endParaRPr lang="ru-RU" sz="4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832" y="1474840"/>
            <a:ext cx="8126361" cy="507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3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331250"/>
            <a:ext cx="9418320" cy="701138"/>
          </a:xfrm>
        </p:spPr>
        <p:txBody>
          <a:bodyPr>
            <a:normAutofit fontScale="90000"/>
          </a:bodyPr>
          <a:lstStyle/>
          <a:p>
            <a:r>
              <a:rPr lang="ru-RU" dirty="0"/>
              <a:t>Интерфейс программы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737" y="1185485"/>
            <a:ext cx="7630590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68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103239"/>
            <a:ext cx="9418320" cy="870155"/>
          </a:xfrm>
        </p:spPr>
        <p:txBody>
          <a:bodyPr>
            <a:normAutofit fontScale="90000"/>
          </a:bodyPr>
          <a:lstStyle/>
          <a:p>
            <a:r>
              <a:rPr lang="ru-RU" dirty="0"/>
              <a:t>Интерфейс программы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553" y="1106129"/>
            <a:ext cx="7582958" cy="556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40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214442"/>
          </a:xfrm>
        </p:spPr>
        <p:txBody>
          <a:bodyPr>
            <a:normAutofit fontScale="90000"/>
          </a:bodyPr>
          <a:lstStyle/>
          <a:p>
            <a:r>
              <a:rPr lang="ru-RU" dirty="0"/>
              <a:t>Интерфейс программы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238" y="1145545"/>
            <a:ext cx="5639587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54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758953"/>
            <a:ext cx="9418320" cy="553653"/>
          </a:xfrm>
        </p:spPr>
        <p:txBody>
          <a:bodyPr>
            <a:noAutofit/>
          </a:bodyPr>
          <a:lstStyle/>
          <a:p>
            <a:r>
              <a:rPr lang="ru-RU" sz="4400" dirty="0"/>
              <a:t>Результат тестирования программы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2012270" cy="4663440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Были выполнены проверки на корректность ввода данных.</a:t>
            </a:r>
          </a:p>
          <a:p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961" y="1312606"/>
            <a:ext cx="7535327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45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375495"/>
            <a:ext cx="9418320" cy="627396"/>
          </a:xfrm>
        </p:spPr>
        <p:txBody>
          <a:bodyPr>
            <a:normAutofit/>
          </a:bodyPr>
          <a:lstStyle/>
          <a:p>
            <a:r>
              <a:rPr lang="ru-RU" sz="4000" dirty="0"/>
              <a:t>Результат тестирования программы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54" y="1297016"/>
            <a:ext cx="5899355" cy="458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40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5898" y="162232"/>
            <a:ext cx="9418320" cy="1061884"/>
          </a:xfrm>
        </p:spPr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06117" y="1622322"/>
            <a:ext cx="9418320" cy="4899413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В ходе выполнения проекта были изучены ранее незнакомые диаграммы. Были получены навыки работы с </a:t>
            </a:r>
            <a:r>
              <a:rPr lang="en-US" dirty="0" err="1" smtClean="0">
                <a:solidFill>
                  <a:schemeClr val="tx1"/>
                </a:solidFill>
              </a:rPr>
              <a:t>github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  <a:r>
              <a:rPr lang="ru-RU" dirty="0" smtClean="0">
                <a:solidFill>
                  <a:schemeClr val="tx1"/>
                </a:solidFill>
              </a:rPr>
              <a:t>А также были получены навыки в проектировании ПО и его разработки. 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89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18802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44</TotalTime>
  <Words>261</Words>
  <Application>Microsoft Office PowerPoint</Application>
  <PresentationFormat>Широкоэкранный</PresentationFormat>
  <Paragraphs>28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Century Schoolbook</vt:lpstr>
      <vt:lpstr>Wingdings 2</vt:lpstr>
      <vt:lpstr>View</vt:lpstr>
      <vt:lpstr>Курсовой проект на тему: “Табло на станции метро”</vt:lpstr>
      <vt:lpstr>Постановка задачи</vt:lpstr>
      <vt:lpstr>Диаграмма Ганта</vt:lpstr>
      <vt:lpstr>Модель IDEF0</vt:lpstr>
      <vt:lpstr>Модель IDEF0</vt:lpstr>
      <vt:lpstr>Диаграмма IDEF3</vt:lpstr>
      <vt:lpstr>UML диаграмма взаимодействия</vt:lpstr>
      <vt:lpstr>UML диаграмма последовательности</vt:lpstr>
      <vt:lpstr>Интерфейс программы</vt:lpstr>
      <vt:lpstr>Интерфейс программы</vt:lpstr>
      <vt:lpstr>Интерфейс программы</vt:lpstr>
      <vt:lpstr>Результат тестирования программы</vt:lpstr>
      <vt:lpstr>Результат тестирования программы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на тему: “Табло на станции метро”</dc:title>
  <dc:creator>Диденко</dc:creator>
  <cp:lastModifiedBy>Диденко</cp:lastModifiedBy>
  <cp:revision>6</cp:revision>
  <dcterms:created xsi:type="dcterms:W3CDTF">2021-03-28T21:35:05Z</dcterms:created>
  <dcterms:modified xsi:type="dcterms:W3CDTF">2021-03-28T22:21:07Z</dcterms:modified>
</cp:coreProperties>
</file>